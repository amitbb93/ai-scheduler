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10080625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6" roundtripDataSignature="AMtx7mjL6D2WsWvTpZnIp1pPuhYsmCj/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49770"/>
            <a:ext cx="5829300" cy="35095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94662"/>
            <a:ext cx="5143500" cy="2433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343248"/>
            <a:ext cx="2314575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36702"/>
            <a:ext cx="5915025" cy="1948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83500"/>
            <a:ext cx="5915025" cy="6396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343248"/>
            <a:ext cx="2314575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513159"/>
            <a:ext cx="5915025" cy="41932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746088"/>
            <a:ext cx="5915025" cy="2205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343248"/>
            <a:ext cx="2314575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36702"/>
            <a:ext cx="5915025" cy="1948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83500"/>
            <a:ext cx="2914650" cy="6396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83500"/>
            <a:ext cx="2914650" cy="6396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343248"/>
            <a:ext cx="2314575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36702"/>
            <a:ext cx="5915025" cy="1948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71154"/>
            <a:ext cx="2901255" cy="12110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82228"/>
            <a:ext cx="2901255" cy="54160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71154"/>
            <a:ext cx="2915543" cy="12110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82228"/>
            <a:ext cx="2915543" cy="54160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343248"/>
            <a:ext cx="2314575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36702"/>
            <a:ext cx="5915025" cy="1948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343248"/>
            <a:ext cx="2314575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343248"/>
            <a:ext cx="2314575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72042"/>
            <a:ext cx="2211884" cy="23521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51426"/>
            <a:ext cx="3471863" cy="7163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3024188"/>
            <a:ext cx="2211884" cy="5602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343248"/>
            <a:ext cx="2314575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72042"/>
            <a:ext cx="2211884" cy="23521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51426"/>
            <a:ext cx="3471863" cy="7163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3024188"/>
            <a:ext cx="2211884" cy="5602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343248"/>
            <a:ext cx="2314575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36702"/>
            <a:ext cx="5915025" cy="1948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68" y="2924020"/>
            <a:ext cx="639606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343248"/>
            <a:ext cx="2314575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375703" y="4068754"/>
            <a:ext cx="8542864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624672" y="2632860"/>
            <a:ext cx="8542864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343248"/>
            <a:ext cx="2314575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36702"/>
            <a:ext cx="5915025" cy="1948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83500"/>
            <a:ext cx="5915025" cy="6396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343248"/>
            <a:ext cx="2314575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343248"/>
            <a:ext cx="154305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8.png"/><Relationship Id="rId13" Type="http://schemas.openxmlformats.org/officeDocument/2006/relationships/image" Target="../media/image5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15" Type="http://schemas.openxmlformats.org/officeDocument/2006/relationships/image" Target="../media/image7.png"/><Relationship Id="rId1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12.jp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31275" y="3362625"/>
            <a:ext cx="2944200" cy="42054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021C6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sng">
                <a:solidFill>
                  <a:srgbClr val="021C6D"/>
                </a:solidFill>
              </a:rPr>
              <a:t>Selected Approach &amp; </a:t>
            </a:r>
            <a:r>
              <a:rPr b="1" lang="en-US" u="sng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b="1" u="sng">
              <a:solidFill>
                <a:srgbClr val="021C6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solidFill>
                <a:srgbClr val="021C6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  <a:t>We created a Linux virtual machine in Azure portal with a network security group that regulates the inbound and outbound traffic. In the VM we have a docker container that keeps our web application running.</a:t>
            </a:r>
            <a:endParaRPr sz="1300">
              <a:solidFill>
                <a:srgbClr val="021C6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  <a:t>We use a machine learning algorithm to extract data of previous </a:t>
            </a:r>
            <a:r>
              <a:rPr lang="en-US" sz="1300">
                <a:solidFill>
                  <a:srgbClr val="021C6D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preferences</a:t>
            </a:r>
            <a:r>
              <a:rPr lang="en-US" sz="1300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  <a:t> of workers and creates a recommendation system for each worker.</a:t>
            </a:r>
            <a:endParaRPr sz="1300">
              <a:solidFill>
                <a:srgbClr val="021C6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  <a:t>We use HTML web to offer and submit shifts to users, than we extract data into Excel files, execute a heuristic algorithm and returns output in csv format that keep all the information </a:t>
            </a:r>
            <a:endParaRPr sz="1300">
              <a:solidFill>
                <a:srgbClr val="021C6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  <a:t>and display it to the users. </a:t>
            </a:r>
            <a:endParaRPr sz="1300">
              <a:solidFill>
                <a:srgbClr val="021C6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639200" y="9840100"/>
            <a:ext cx="3402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00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  <a:t>https://github.com/amitbb93/AI-S</a:t>
            </a:r>
            <a:r>
              <a:rPr b="1" lang="en-US" sz="1000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  <a:t>cheduler</a:t>
            </a:r>
            <a:endParaRPr sz="1200">
              <a:solidFill>
                <a:srgbClr val="021C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" name="Google Shape;86;p1"/>
          <p:cNvGrpSpPr/>
          <p:nvPr/>
        </p:nvGrpSpPr>
        <p:grpSpPr>
          <a:xfrm>
            <a:off x="131274" y="7743967"/>
            <a:ext cx="6574288" cy="1966942"/>
            <a:chOff x="96250" y="7623613"/>
            <a:chExt cx="6524700" cy="1820400"/>
          </a:xfrm>
        </p:grpSpPr>
        <p:sp>
          <p:nvSpPr>
            <p:cNvPr id="87" name="Google Shape;87;p1"/>
            <p:cNvSpPr/>
            <p:nvPr/>
          </p:nvSpPr>
          <p:spPr>
            <a:xfrm>
              <a:off x="96250" y="7623613"/>
              <a:ext cx="6524700" cy="1820400"/>
            </a:xfrm>
            <a:prstGeom prst="foldedCorner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rgbClr val="021C6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u="sng">
                  <a:solidFill>
                    <a:srgbClr val="021C6D"/>
                  </a:solidFill>
                  <a:latin typeface="Calibri"/>
                  <a:ea typeface="Calibri"/>
                  <a:cs typeface="Calibri"/>
                  <a:sym typeface="Calibri"/>
                </a:rPr>
                <a:t>Technologies and </a:t>
              </a:r>
              <a:r>
                <a:rPr b="1" lang="en-US" u="sng">
                  <a:solidFill>
                    <a:srgbClr val="021C6D"/>
                  </a:solidFill>
                  <a:latin typeface="Calibri"/>
                  <a:ea typeface="Calibri"/>
                  <a:cs typeface="Calibri"/>
                  <a:sym typeface="Calibri"/>
                </a:rPr>
                <a:t>Environments</a:t>
              </a:r>
              <a:endParaRPr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8" name="Google Shape;88;p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98600" y="7978391"/>
              <a:ext cx="434700" cy="4606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61190" y="7909799"/>
              <a:ext cx="464473" cy="4644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361196" y="8536884"/>
              <a:ext cx="464453" cy="464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24951" y="7715901"/>
              <a:ext cx="1300500" cy="985587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miter lim="8000"/>
              <a:headEnd len="sm" w="sm" type="none"/>
              <a:tailEnd len="sm" w="sm" type="none"/>
            </a:ln>
          </p:spPr>
        </p:pic>
        <p:pic>
          <p:nvPicPr>
            <p:cNvPr id="92" name="Google Shape;92;p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18479" y="8870363"/>
              <a:ext cx="338700" cy="3387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miter lim="8000"/>
              <a:headEnd len="sm" w="sm" type="none"/>
              <a:tailEnd len="sm" w="sm" type="none"/>
            </a:ln>
          </p:spPr>
        </p:pic>
        <p:pic>
          <p:nvPicPr>
            <p:cNvPr id="93" name="Google Shape;93;p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228050" y="8852955"/>
              <a:ext cx="667000" cy="373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07475" y="8829300"/>
              <a:ext cx="540125" cy="4208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5019941" y="7849791"/>
              <a:ext cx="1216650" cy="121665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miter lim="8000"/>
              <a:headEnd len="sm" w="sm" type="none"/>
              <a:tailEnd len="sm" w="sm" type="none"/>
            </a:ln>
          </p:spPr>
        </p:pic>
        <p:pic>
          <p:nvPicPr>
            <p:cNvPr id="96" name="Google Shape;96;p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983530" y="8713563"/>
              <a:ext cx="467357" cy="4673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"/>
            <p:cNvPicPr preferRelativeResize="0"/>
            <p:nvPr/>
          </p:nvPicPr>
          <p:blipFill rotWithShape="1">
            <a:blip r:embed="rId12">
              <a:alphaModFix/>
            </a:blip>
            <a:srcRect b="4329" l="17352" r="13376" t="6041"/>
            <a:stretch/>
          </p:blipFill>
          <p:spPr>
            <a:xfrm>
              <a:off x="2539374" y="7925984"/>
              <a:ext cx="1715749" cy="13907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"/>
          <p:cNvSpPr/>
          <p:nvPr/>
        </p:nvSpPr>
        <p:spPr>
          <a:xfrm>
            <a:off x="3621750" y="4562475"/>
            <a:ext cx="3084900" cy="30402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021C6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b="1" u="sng">
              <a:solidFill>
                <a:srgbClr val="021C6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 u="sng">
              <a:solidFill>
                <a:srgbClr val="021C6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300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  <a:t>Build a website that manager can able to create a shift schedule. The part that responsible for the creation of the board shift will use a Linear Programing, that will Schedule Workers to shifts by his preference. In addition, the worker will get a suggestion of schedule shift offers based on previous preferences, the machine will recognize the most frequent shifts the worker chose every week from our DB and set his preference shiftboard.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95800" y="9892550"/>
            <a:ext cx="241800" cy="2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>
            <p:ph idx="1" type="subTitle"/>
          </p:nvPr>
        </p:nvSpPr>
        <p:spPr>
          <a:xfrm>
            <a:off x="1" y="0"/>
            <a:ext cx="6857999" cy="1283749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127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00025" rotWithShape="0" algn="bl" dir="5400000" dist="19050">
              <a:srgbClr val="1C4587">
                <a:alpha val="54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n-US" sz="1307">
                <a:solidFill>
                  <a:srgbClr val="2F82D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307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[Poster Describe Research or Software Development Project]</a:t>
            </a:r>
            <a:br>
              <a:rPr b="1" lang="en-US" sz="1307">
                <a:solidFill>
                  <a:srgbClr val="2F82D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US" sz="1307">
                <a:solidFill>
                  <a:srgbClr val="2F82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307">
                <a:solidFill>
                  <a:srgbClr val="2F82DC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endParaRPr b="1" sz="1307">
              <a:solidFill>
                <a:srgbClr val="2F82DC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n-US" sz="1307"/>
              <a:t>                  </a:t>
            </a:r>
            <a:endParaRPr b="1" sz="1307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n-US" sz="1307"/>
              <a:t>                  </a:t>
            </a:r>
            <a:endParaRPr b="1" sz="1307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n-US" sz="1307">
                <a:solidFill>
                  <a:srgbClr val="021C6D"/>
                </a:solidFill>
              </a:rPr>
              <a:t>                  </a:t>
            </a:r>
            <a:endParaRPr b="1" sz="1307">
              <a:solidFill>
                <a:srgbClr val="021C6D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n-US" sz="1307">
                <a:solidFill>
                  <a:srgbClr val="021C6D"/>
                </a:solidFill>
              </a:rPr>
              <a:t>                 Amit Bibi (203262647) Moran Oshia (3132929633) Alex Chagan (206262123)</a:t>
            </a:r>
            <a:br>
              <a:rPr b="1" lang="en-US" sz="1307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307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  <a:t>       In</a:t>
            </a:r>
            <a:r>
              <a:rPr b="1" lang="en-US" sz="1307">
                <a:solidFill>
                  <a:srgbClr val="021C6D"/>
                </a:solidFill>
              </a:rPr>
              <a:t>structed by Dr.Elad Horev</a:t>
            </a:r>
            <a:br>
              <a:rPr b="1" lang="en-US" sz="130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307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-321080" y="5078200"/>
            <a:ext cx="184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3606450" y="1610025"/>
            <a:ext cx="3115500" cy="28413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021C6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300">
              <a:solidFill>
                <a:srgbClr val="021C6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  <a:t>The AI-Scheduler system will analyze all essential data and will automatically build shift schedules for every worker. Unlike other systems, our system uses a machine learning algorithm which suggests schedule shift offers based on previous preferences of the workers. Our product allows users to maximize efficiency of creating adapted work. schedules with a click of a single button and offers a user friendly interface for both managers and workers.</a:t>
            </a:r>
            <a:endParaRPr sz="1200">
              <a:solidFill>
                <a:srgbClr val="021C6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196848" y="210867"/>
            <a:ext cx="930543" cy="862014"/>
          </a:xfrm>
          <a:prstGeom prst="rect">
            <a:avLst/>
          </a:prstGeom>
          <a:solidFill>
            <a:srgbClr val="D5DBE5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2425" lIns="24875" spcFirstLastPara="1" rIns="24875" wrap="square" tIns="12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Logo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 rot="10800000">
            <a:off x="3095701" y="3907100"/>
            <a:ext cx="443700" cy="241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2425" lIns="24875" spcFirstLastPara="1" rIns="24875" wrap="square" tIns="12425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9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 rot="10800000">
            <a:off x="3130639" y="5835474"/>
            <a:ext cx="434700" cy="2418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2425" lIns="24875" spcFirstLastPara="1" rIns="24875" wrap="square" tIns="12425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9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130000" y="1610025"/>
            <a:ext cx="2876700" cy="12837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021C6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sng" cap="none" strike="noStrike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  <a:t>Contribution/project goal</a:t>
            </a:r>
            <a:endParaRPr b="1" i="0" u="sng" cap="none" strike="noStrike">
              <a:solidFill>
                <a:srgbClr val="021C6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solidFill>
                <a:srgbClr val="021C6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  <a:t>Our AI Scheduler will provide an easy way to create a shifts </a:t>
            </a:r>
            <a:r>
              <a:rPr lang="en-US" sz="1300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  <a:t>board for the managers and the workers.</a:t>
            </a:r>
            <a:r>
              <a:rPr lang="en-US" sz="1300">
                <a:solidFill>
                  <a:srgbClr val="021C6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rgbClr val="021C6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2019300" y="252700"/>
            <a:ext cx="2876700" cy="415500"/>
          </a:xfrm>
          <a:prstGeom prst="rect">
            <a:avLst/>
          </a:prstGeom>
          <a:gradFill>
            <a:gsLst>
              <a:gs pos="0">
                <a:srgbClr val="3177EE"/>
              </a:gs>
              <a:gs pos="100000">
                <a:srgbClr val="113D8A"/>
              </a:gs>
            </a:gsLst>
            <a:lin ang="5400012" scaled="0"/>
          </a:gradFill>
          <a:ln cap="flat" cmpd="sng" w="127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- SCHEDULER</a:t>
            </a:r>
            <a:endParaRPr b="1"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14">
            <a:alphaModFix/>
          </a:blip>
          <a:srcRect b="0" l="3971" r="7961" t="2286"/>
          <a:stretch/>
        </p:blipFill>
        <p:spPr>
          <a:xfrm>
            <a:off x="196850" y="210875"/>
            <a:ext cx="930550" cy="86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B5394">
                <a:alpha val="50000"/>
              </a:srgbClr>
            </a:outerShdw>
          </a:effectLst>
        </p:spPr>
      </p:pic>
      <p:pic>
        <p:nvPicPr>
          <p:cNvPr id="109" name="Google Shape;109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014987" y="0"/>
            <a:ext cx="843013" cy="76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2F82DC">
                <a:alpha val="50000"/>
              </a:srgbClr>
            </a:outerShdw>
          </a:effectLst>
        </p:spPr>
      </p:pic>
      <p:sp>
        <p:nvSpPr>
          <p:cNvPr id="110" name="Google Shape;110;p1"/>
          <p:cNvSpPr/>
          <p:nvPr/>
        </p:nvSpPr>
        <p:spPr>
          <a:xfrm rot="10800000">
            <a:off x="3089214" y="2130974"/>
            <a:ext cx="434700" cy="2418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2425" lIns="24875" spcFirstLastPara="1" rIns="24875" wrap="square" tIns="12425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9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2020-05-21T09:41:20Z</dcterms:created>
  <dc:creator>yogi zor</dc:creator>
</cp:coreProperties>
</file>